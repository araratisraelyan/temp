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65"/>
  </p:normalViewPr>
  <p:slideViewPr>
    <p:cSldViewPr snapToGrid="0">
      <p:cViewPr varScale="1">
        <p:scale>
          <a:sx n="109" d="100"/>
          <a:sy n="10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A2C228-8BE2-50EF-7643-AF79AC6DB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EE242E-89CF-E1F2-1E0C-5D30F818A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7958" y="1122363"/>
            <a:ext cx="509286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1436F-D708-FB2E-621B-DC6480BFB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7958" y="3602038"/>
            <a:ext cx="50928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EFEA8-4D66-4931-68F8-D5DEDD98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7C37F-AB54-9042-7D0A-92A9A105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3F5B9-77B6-7CDC-740C-A6278D2B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940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9EFE-688C-98A5-E1C4-72F6602F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06DC3-DB99-8B05-8C2D-DDDFACB9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E56FF-2A06-2A9A-4A79-92FAAE68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A432F-14F6-DA6A-7AA5-8B3AA76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0B5EE-F443-4431-7827-82F51044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442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03F5-E37B-CC5C-382F-24C69B37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E89A3-8E9F-036F-A1F4-C1B9CB0C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F33D-2726-AA33-CF92-8DCD53FD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E264-61AE-51A7-5F0B-B74FAF39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26FF0-61E2-DEBC-C21B-9979C237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820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4FC5-EA10-5883-B26F-CF3255B9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A711-44FB-954C-9639-49F471385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A11B1-D46B-DB5B-63BC-FB84536CC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317F-5D83-5BAB-8CEA-B4C47A30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87012-1740-AAEF-FEC0-13234BD3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89D78-B0E3-E098-9E62-03EC790AE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987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55B9-F08F-8988-6B87-4F5B9BA3F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865F-6E66-2248-FEBC-D4E4E3C11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4E3F0-9027-AA42-7A46-BE2AF07FA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99C82-3735-B894-C9D6-052BA0367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D34C6-6F29-4C2E-7F20-B55CC483F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BAEA7-2F2C-7BC4-EBE6-88148B7B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B2343-FCB0-E755-7A53-196EB217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F4254-D4AC-CAAC-9532-241EC0F5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388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C458-C4F7-3A5E-975E-D573A71E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13A7B-FB59-B3F0-FFAB-505BD8CF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73922-D3C0-1BE8-E2B9-3C1BB2156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E4ADF-F2FC-0F0A-113F-B61C59D9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558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3900C-170B-FA4B-BE64-DB3EFF12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75637-64FB-4BAE-4C56-368AA53E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3022-05F2-D2EF-315B-7012F4E9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706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CAC3-1D03-77BA-1201-A5CCD4F9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C27A5-44DE-7056-3240-2984F4CF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8416B-F85D-274F-735E-7B52EDD2C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1B6F5-71B2-6B0A-072B-341534E7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BAED-6C9F-4ED5-2766-CD3D49A3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22BED-2174-F376-1BA8-BC065891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98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1821-6209-7A04-0B9E-CE83E281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92FCD-9D64-277B-B86C-B1FB6D0FB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A1533-3E24-CE46-B6DC-87BD769B3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A41D3-E311-D89A-E68E-6BDB44EA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099B8-4F03-FEF0-1B08-EDD6FAC4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2D4EB-2906-6E53-8D41-13AE131D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677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5E64-E6E3-01CD-9961-E0343B11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4BA9B-2846-2B19-617E-BC6651324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2504-6F75-58A4-5D9E-D8FD11E3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CBF6B-3875-1D0D-FAF9-24BBCC53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63FA0-A43C-F5D7-6518-4D6A5188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232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5D51B-D700-A15D-1826-8E48B1D8A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3AF8D-E37C-AB33-5233-87B6C1FD9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066D-848A-1230-D281-8D46E565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4D2D-C6F8-EF11-E144-EDEF3843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12ED-62EC-0C88-7215-F8CAF78D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269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89E603-ADE2-8649-4483-E4D367B1555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14869-1084-9D58-8052-5F2B79FDB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56"/>
            <a:ext cx="10515600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BAFF9-C272-19DE-0A4D-B717E21C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BBD4B-7E82-D2C0-368C-19A2F051D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F41D7-8225-4741-82DD-5A9D72754072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FCB4-8201-49CA-5CE3-42F29F8F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56D57-688D-0F03-0DC2-C93972C80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2F475-8DBA-824B-BB08-529E79B865B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860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EEF3-F35E-9C9A-AC14-8008939F2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NAME OF PRESENTATION</a:t>
            </a:r>
            <a:endParaRPr lang="uk-UA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7A3C8-CFAD-CA34-A660-B8673E0CB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330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1775861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2800328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1775861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2800328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1775861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2800328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1775861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2800328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1775861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2800328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45" name="TextBox 49">
            <a:extLst>
              <a:ext uri="{FF2B5EF4-FFF2-40B4-BE49-F238E27FC236}">
                <a16:creationId xmlns:a16="http://schemas.microsoft.com/office/drawing/2014/main" id="{108ECC95-6066-4747-B120-A12EC72C6F10}"/>
              </a:ext>
            </a:extLst>
          </p:cNvPr>
          <p:cNvSpPr txBox="1"/>
          <p:nvPr/>
        </p:nvSpPr>
        <p:spPr>
          <a:xfrm>
            <a:off x="106433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TextBox 50">
            <a:extLst>
              <a:ext uri="{FF2B5EF4-FFF2-40B4-BE49-F238E27FC236}">
                <a16:creationId xmlns:a16="http://schemas.microsoft.com/office/drawing/2014/main" id="{21FF1077-D325-3143-9932-3FC53AE9DC34}"/>
              </a:ext>
            </a:extLst>
          </p:cNvPr>
          <p:cNvSpPr txBox="1">
            <a:spLocks/>
          </p:cNvSpPr>
          <p:nvPr/>
        </p:nvSpPr>
        <p:spPr>
          <a:xfrm>
            <a:off x="106433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8" name="TextBox 52">
            <a:extLst>
              <a:ext uri="{FF2B5EF4-FFF2-40B4-BE49-F238E27FC236}">
                <a16:creationId xmlns:a16="http://schemas.microsoft.com/office/drawing/2014/main" id="{C7F2AE0E-136B-DB49-981C-B5DAA42D8145}"/>
              </a:ext>
            </a:extLst>
          </p:cNvPr>
          <p:cNvSpPr txBox="1"/>
          <p:nvPr/>
        </p:nvSpPr>
        <p:spPr>
          <a:xfrm>
            <a:off x="3172010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2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TextBox 53">
            <a:extLst>
              <a:ext uri="{FF2B5EF4-FFF2-40B4-BE49-F238E27FC236}">
                <a16:creationId xmlns:a16="http://schemas.microsoft.com/office/drawing/2014/main" id="{6F5DD0EB-05AA-934E-A5D1-7B81C5B3F078}"/>
              </a:ext>
            </a:extLst>
          </p:cNvPr>
          <p:cNvSpPr txBox="1">
            <a:spLocks/>
          </p:cNvSpPr>
          <p:nvPr/>
        </p:nvSpPr>
        <p:spPr>
          <a:xfrm>
            <a:off x="3172010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TextBox 55">
            <a:extLst>
              <a:ext uri="{FF2B5EF4-FFF2-40B4-BE49-F238E27FC236}">
                <a16:creationId xmlns:a16="http://schemas.microsoft.com/office/drawing/2014/main" id="{08524556-A9A8-D142-A96A-DAFF189696AF}"/>
              </a:ext>
            </a:extLst>
          </p:cNvPr>
          <p:cNvSpPr txBox="1"/>
          <p:nvPr/>
        </p:nvSpPr>
        <p:spPr>
          <a:xfrm>
            <a:off x="527968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3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72C33E5D-0FB5-C34F-8C2B-111D8A825F55}"/>
              </a:ext>
            </a:extLst>
          </p:cNvPr>
          <p:cNvSpPr txBox="1">
            <a:spLocks/>
          </p:cNvSpPr>
          <p:nvPr/>
        </p:nvSpPr>
        <p:spPr>
          <a:xfrm>
            <a:off x="527968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TextBox 58">
            <a:extLst>
              <a:ext uri="{FF2B5EF4-FFF2-40B4-BE49-F238E27FC236}">
                <a16:creationId xmlns:a16="http://schemas.microsoft.com/office/drawing/2014/main" id="{6A3C9776-F048-A347-8734-ACABE80368DE}"/>
              </a:ext>
            </a:extLst>
          </p:cNvPr>
          <p:cNvSpPr txBox="1"/>
          <p:nvPr/>
        </p:nvSpPr>
        <p:spPr>
          <a:xfrm>
            <a:off x="737476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4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TextBox 59">
            <a:extLst>
              <a:ext uri="{FF2B5EF4-FFF2-40B4-BE49-F238E27FC236}">
                <a16:creationId xmlns:a16="http://schemas.microsoft.com/office/drawing/2014/main" id="{E4BE603C-8EEE-4845-B407-B24440F17CF0}"/>
              </a:ext>
            </a:extLst>
          </p:cNvPr>
          <p:cNvSpPr txBox="1">
            <a:spLocks/>
          </p:cNvSpPr>
          <p:nvPr/>
        </p:nvSpPr>
        <p:spPr>
          <a:xfrm>
            <a:off x="737476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7" name="TextBox 61">
            <a:extLst>
              <a:ext uri="{FF2B5EF4-FFF2-40B4-BE49-F238E27FC236}">
                <a16:creationId xmlns:a16="http://schemas.microsoft.com/office/drawing/2014/main" id="{6376FAB9-E5FA-8349-B718-276D0FF70620}"/>
              </a:ext>
            </a:extLst>
          </p:cNvPr>
          <p:cNvSpPr txBox="1"/>
          <p:nvPr/>
        </p:nvSpPr>
        <p:spPr>
          <a:xfrm>
            <a:off x="9495034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5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TextBox 62">
            <a:extLst>
              <a:ext uri="{FF2B5EF4-FFF2-40B4-BE49-F238E27FC236}">
                <a16:creationId xmlns:a16="http://schemas.microsoft.com/office/drawing/2014/main" id="{C2F93BB6-35BE-B24B-BC2B-AD8D7F53E6E7}"/>
              </a:ext>
            </a:extLst>
          </p:cNvPr>
          <p:cNvSpPr txBox="1">
            <a:spLocks/>
          </p:cNvSpPr>
          <p:nvPr/>
        </p:nvSpPr>
        <p:spPr>
          <a:xfrm>
            <a:off x="9495034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838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700675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2369303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3176910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3291998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770215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580800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528880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571555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3367406"/>
            <a:ext cx="400773" cy="343285"/>
            <a:chOff x="2541588" y="2027238"/>
            <a:chExt cx="320675" cy="2746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2102282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897127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5359641"/>
            <a:ext cx="476167" cy="559572"/>
            <a:chOff x="2635250" y="3875088"/>
            <a:chExt cx="381000" cy="447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4159134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668619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573903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2028562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682191"/>
            <a:ext cx="509896" cy="400828"/>
            <a:chOff x="5297488" y="2511425"/>
            <a:chExt cx="407988" cy="320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6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2004089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rgbClr val="595959">
                    <a:hueOff val="0"/>
                    <a:satOff val="0"/>
                    <a:lumOff val="0"/>
                    <a:alphaOff val="0"/>
                  </a:srgb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2187088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884712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946334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735358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53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1841944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104306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3818592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528389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2884176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593974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303771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1880044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142406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395779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1880044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142406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395779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220521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248538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477406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468094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1961409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006761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1877272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130650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294365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1877272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130650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294365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85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2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5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7A9CB5E-AD64-E941-A4AA-EB311F601E4E}"/>
              </a:ext>
            </a:extLst>
          </p:cNvPr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848FB4-A593-E14D-A2E7-A99D6114FED4}"/>
              </a:ext>
            </a:extLst>
          </p:cNvPr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966CF4-D219-E945-A9C2-40D166DA92D4}"/>
              </a:ext>
            </a:extLst>
          </p:cNvPr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7B7B7B-0F8F-B140-B90B-07E9EC94A3C8}"/>
              </a:ext>
            </a:extLst>
          </p:cNvPr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2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AF5F710-F7E2-C740-91AE-8450D38E0E0E}"/>
              </a:ext>
            </a:extLst>
          </p:cNvPr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81CFFF-5D35-EC43-B244-0B16B721254C}"/>
              </a:ext>
            </a:extLst>
          </p:cNvPr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D0F6768-B879-E348-858A-02AA9FBA3D4A}"/>
              </a:ext>
            </a:extLst>
          </p:cNvPr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06520C-4ABE-BF4B-837E-73508711CEDC}"/>
              </a:ext>
            </a:extLst>
          </p:cNvPr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  <a:cs typeface="+mn-ea"/>
                <a:sym typeface="+mn-lt"/>
              </a:rPr>
              <a:t>The quick</a:t>
            </a:r>
          </a:p>
        </p:txBody>
      </p:sp>
    </p:spTree>
    <p:extLst>
      <p:ext uri="{BB962C8B-B14F-4D97-AF65-F5344CB8AC3E}">
        <p14:creationId xmlns:p14="http://schemas.microsoft.com/office/powerpoint/2010/main" val="96550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3">
            <a:extLst>
              <a:ext uri="{FF2B5EF4-FFF2-40B4-BE49-F238E27FC236}">
                <a16:creationId xmlns:a16="http://schemas.microsoft.com/office/drawing/2014/main" id="{C79D854E-41C3-0E48-AAF4-FE1B3D2054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8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1">
      <a:dk1>
        <a:srgbClr val="000000"/>
      </a:dk1>
      <a:lt1>
        <a:srgbClr val="FFFFFF"/>
      </a:lt1>
      <a:dk2>
        <a:srgbClr val="44546A"/>
      </a:dk2>
      <a:lt2>
        <a:srgbClr val="000000"/>
      </a:lt2>
      <a:accent1>
        <a:srgbClr val="BBE2FF"/>
      </a:accent1>
      <a:accent2>
        <a:srgbClr val="E0D489"/>
      </a:accent2>
      <a:accent3>
        <a:srgbClr val="FFB8E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微软雅黑</vt:lpstr>
      <vt:lpstr>华文新魏</vt:lpstr>
      <vt:lpstr>Arial</vt:lpstr>
      <vt:lpstr>Calibri</vt:lpstr>
      <vt:lpstr>Calibri Light</vt:lpstr>
      <vt:lpstr>Corbel</vt:lpstr>
      <vt:lpstr>inpin heiti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2024-09-26T11:36:52Z</dcterms:created>
  <dcterms:modified xsi:type="dcterms:W3CDTF">2024-09-26T11:40:02Z</dcterms:modified>
</cp:coreProperties>
</file>