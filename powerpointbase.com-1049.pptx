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14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B94090-93B9-3F44-8A9A-DF62AA91AA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6EB13E-35A7-504E-93D2-0C8A94897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9548" y="2586038"/>
            <a:ext cx="5759534" cy="2387600"/>
          </a:xfrm>
        </p:spPr>
        <p:txBody>
          <a:bodyPr anchor="b"/>
          <a:lstStyle>
            <a:lvl1pPr algn="l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ED2A5-CBAC-8F4D-980B-B736FEF2E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9548" y="5065713"/>
            <a:ext cx="5759534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B7E58-FCFC-1C45-8A04-6E9A863F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3E21-7601-C84F-ABE8-CAF2DA70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DD84-A4EA-AD4D-87CB-7BABA830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01007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C2BD-62C6-404B-BF4F-C8C0B664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BFAA4-FE88-1141-86BD-27FA29B0F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DD48-8A85-7548-9775-232062AD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86C-3AB4-9644-B07F-20BA1715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DBA7C-87D4-5F43-A2B5-C7947899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9521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BAD3-94A0-5E42-B71F-53877B19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2C051-6864-F241-A674-38E889D80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7A2-7B44-744B-9FD0-1BDFE2F4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F027E-4C0F-E74C-AA52-6FF2F778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6B7F5-F519-0E41-B7C5-F4D480DE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1007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FC78-71C2-E44F-934E-370D1A19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36A4-B4AC-F145-81E3-932E963F9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0699C-E448-0441-9BF9-2A06E8E07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E7CC-2ABB-F24F-BF80-54AB064E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68910-D8D3-5948-8B0D-B34B1DD6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4976B-F2A2-9942-B601-74E6751F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7568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F1A1-AE0E-ED40-9B37-D495E27C5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1DD75-A92E-DB4C-AC07-E194CECD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5D7D1-A8A6-9E4C-855F-8E41D7ABC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D4590-87F4-9845-9276-25B6499B3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5B9D5-5A3C-C848-A9AC-5BB8E5277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C3BEB-6981-8645-AA5C-F09478B6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CC2D1-0D24-9748-BA74-427287A6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C33CA-86F9-014B-A3B3-85DB52D9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965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4793-3EC2-E74A-B60F-6161B7C6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D6BCE-AFC2-5544-8A72-FD5F2D9B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52326-E33E-FD4F-8AD2-E37F9419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514D2-C714-DD4F-936A-0FF9817E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0983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E675E-03F0-EA4C-978A-B940B9BF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CEEA0-B1AB-8141-AC4A-72BA9759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A92A7-3454-7A4B-8351-226B40B9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3082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4094-2A55-3B44-947A-EABF55E45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2847-CD08-E44F-9701-7BEC861A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CD8B5-D41A-1440-A6BB-1D15770CA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8F89D-3A25-1941-9FFB-706E6F18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6075F-5611-954E-8BC2-C8C1302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C39DB-1036-054D-A1A6-816605C5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5570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12EC-C1DD-E94C-B225-E49F809A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AC346-77F6-C84B-B50A-45EC350AC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1E2F3-7943-6E43-98E0-8A96FDBC0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E711A-0C9E-D647-ADAE-0B96EA12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9910E-B6E5-1B43-B2ED-BC2AE769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BAD97-49CF-3646-9EB5-092FC2BC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4379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FBE7-0D8D-F24F-AADF-834EF9B4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8DFA5-C72C-164D-8B10-6DEECFCAA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EF0E1-470C-D643-BF62-0570073A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55BF-5125-284B-B4A2-726FB2AC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993C6-143C-8E41-88B6-470EEB40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489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E2BD4-D8DA-844B-BBB4-26D523966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EE536-8982-7B47-B2F8-FE2A745A4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B656D-3EF3-9245-96D3-FF60997F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F25E-1D5E-3445-8BDF-C0F98BB5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804F-547A-AC43-BD4D-A59CA7AE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1090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548D38-E0BE-494E-BCB7-939A5C14366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C722B-3327-BB43-AA65-9765C4A4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540" y="365125"/>
            <a:ext cx="9881260" cy="905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641E8-9CF5-C54A-8A06-BB8BE9294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B024D-0F9D-634A-9E81-935B8EBA3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DE0D1-432D-0D49-AAC6-D7412846476C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65A4-8844-6940-A987-5D0037C1E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CFB6-8558-0342-9C10-5B32989E4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A7A2-2BE7-9E4E-B5ED-1FBD74D58E1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299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FAA4-EA74-E54F-A8FD-478888B8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2466" y="3179804"/>
            <a:ext cx="5759534" cy="2387600"/>
          </a:xfrm>
        </p:spPr>
        <p:txBody>
          <a:bodyPr>
            <a:normAutofit/>
          </a:bodyPr>
          <a:lstStyle/>
          <a:p>
            <a:r>
              <a:rPr lang="en-UA" sz="6600" b="1" dirty="0"/>
              <a:t>NAME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670BD-0585-4343-8254-55BDAE1CA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2466" y="5659479"/>
            <a:ext cx="5759534" cy="1655762"/>
          </a:xfrm>
        </p:spPr>
        <p:txBody>
          <a:bodyPr/>
          <a:lstStyle/>
          <a:p>
            <a:r>
              <a:rPr lang="en-UA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4176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4" name="Group 63">
            <a:extLst>
              <a:ext uri="{FF2B5EF4-FFF2-40B4-BE49-F238E27FC236}">
                <a16:creationId xmlns:a16="http://schemas.microsoft.com/office/drawing/2014/main" id="{653A6AE7-B501-F348-A373-E769636B3739}"/>
              </a:ext>
            </a:extLst>
          </p:cNvPr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108ECC95-6066-4747-B120-A12EC72C6F10}"/>
                </a:ext>
              </a:extLst>
            </p:cNvPr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21FF1077-D325-3143-9932-3FC53AE9DC34}"/>
                </a:ext>
              </a:extLst>
            </p:cNvPr>
            <p:cNvSpPr txBox="1">
              <a:spLocks/>
            </p:cNvSpPr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Group 68">
            <a:extLst>
              <a:ext uri="{FF2B5EF4-FFF2-40B4-BE49-F238E27FC236}">
                <a16:creationId xmlns:a16="http://schemas.microsoft.com/office/drawing/2014/main" id="{74CACE81-2F63-D24B-B553-AB8D48C430F5}"/>
              </a:ext>
            </a:extLst>
          </p:cNvPr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C7F2AE0E-136B-DB49-981C-B5DAA42D8145}"/>
                </a:ext>
              </a:extLst>
            </p:cNvPr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2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9" name="TextBox 53">
              <a:extLst>
                <a:ext uri="{FF2B5EF4-FFF2-40B4-BE49-F238E27FC236}">
                  <a16:creationId xmlns:a16="http://schemas.microsoft.com/office/drawing/2014/main" id="{6F5DD0EB-05AA-934E-A5D1-7B81C5B3F078}"/>
                </a:ext>
              </a:extLst>
            </p:cNvPr>
            <p:cNvSpPr txBox="1">
              <a:spLocks/>
            </p:cNvSpPr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0" name="Group 69">
            <a:extLst>
              <a:ext uri="{FF2B5EF4-FFF2-40B4-BE49-F238E27FC236}">
                <a16:creationId xmlns:a16="http://schemas.microsoft.com/office/drawing/2014/main" id="{C77AF43E-E00B-C14E-808B-CF65F354E918}"/>
              </a:ext>
            </a:extLst>
          </p:cNvPr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08524556-A9A8-D142-A96A-DAFF189696AF}"/>
                </a:ext>
              </a:extLst>
            </p:cNvPr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3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TextBox 56">
              <a:extLst>
                <a:ext uri="{FF2B5EF4-FFF2-40B4-BE49-F238E27FC236}">
                  <a16:creationId xmlns:a16="http://schemas.microsoft.com/office/drawing/2014/main" id="{72C33E5D-0FB5-C34F-8C2B-111D8A825F55}"/>
                </a:ext>
              </a:extLst>
            </p:cNvPr>
            <p:cNvSpPr txBox="1">
              <a:spLocks/>
            </p:cNvSpPr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Group 70">
            <a:extLst>
              <a:ext uri="{FF2B5EF4-FFF2-40B4-BE49-F238E27FC236}">
                <a16:creationId xmlns:a16="http://schemas.microsoft.com/office/drawing/2014/main" id="{B0C06BF2-1255-0640-AE98-8814456087D8}"/>
              </a:ext>
            </a:extLst>
          </p:cNvPr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54" name="TextBox 58">
              <a:extLst>
                <a:ext uri="{FF2B5EF4-FFF2-40B4-BE49-F238E27FC236}">
                  <a16:creationId xmlns:a16="http://schemas.microsoft.com/office/drawing/2014/main" id="{6A3C9776-F048-A347-8734-ACABE80368DE}"/>
                </a:ext>
              </a:extLst>
            </p:cNvPr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4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5" name="TextBox 59">
              <a:extLst>
                <a:ext uri="{FF2B5EF4-FFF2-40B4-BE49-F238E27FC236}">
                  <a16:creationId xmlns:a16="http://schemas.microsoft.com/office/drawing/2014/main" id="{E4BE603C-8EEE-4845-B407-B24440F17CF0}"/>
                </a:ext>
              </a:extLst>
            </p:cNvPr>
            <p:cNvSpPr txBox="1">
              <a:spLocks/>
            </p:cNvSpPr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Group 71">
            <a:extLst>
              <a:ext uri="{FF2B5EF4-FFF2-40B4-BE49-F238E27FC236}">
                <a16:creationId xmlns:a16="http://schemas.microsoft.com/office/drawing/2014/main" id="{76E9CCD1-30C2-1142-A1DE-54F744E6997E}"/>
              </a:ext>
            </a:extLst>
          </p:cNvPr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57" name="TextBox 61">
              <a:extLst>
                <a:ext uri="{FF2B5EF4-FFF2-40B4-BE49-F238E27FC236}">
                  <a16:creationId xmlns:a16="http://schemas.microsoft.com/office/drawing/2014/main" id="{6376FAB9-E5FA-8349-B718-276D0FF70620}"/>
                </a:ext>
              </a:extLst>
            </p:cNvPr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8" name="TextBox 62">
              <a:extLst>
                <a:ext uri="{FF2B5EF4-FFF2-40B4-BE49-F238E27FC236}">
                  <a16:creationId xmlns:a16="http://schemas.microsoft.com/office/drawing/2014/main" id="{C2F93BB6-35BE-B24B-BC2B-AD8D7F53E6E7}"/>
                </a:ext>
              </a:extLst>
            </p:cNvPr>
            <p:cNvSpPr txBox="1">
              <a:spLocks/>
            </p:cNvSpPr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26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468195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2136823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2944430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3059518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537735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348320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296400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339075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3134926"/>
            <a:ext cx="400773" cy="343285"/>
            <a:chOff x="2541588" y="2027238"/>
            <a:chExt cx="320675" cy="2746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1869802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664647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5127161"/>
            <a:ext cx="476167" cy="559572"/>
            <a:chOff x="2635250" y="3875088"/>
            <a:chExt cx="381000" cy="447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3926654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436139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341423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1796082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449711"/>
            <a:ext cx="509896" cy="400828"/>
            <a:chOff x="5297488" y="2511425"/>
            <a:chExt cx="407988" cy="320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3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rgbClr val="595959">
                    <a:hueOff val="0"/>
                    <a:satOff val="0"/>
                    <a:lumOff val="0"/>
                    <a:alphaOff val="0"/>
                  </a:srgb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452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2205357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467719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4182005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891802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3247589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957387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667184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5839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611951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840819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8315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2324822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3701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863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2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5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E21260E-8F6D-F948-8835-390433852E80}"/>
              </a:ext>
            </a:extLst>
          </p:cNvPr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A9CB5E-AD64-E941-A4AA-EB311F601E4E}"/>
                </a:ext>
              </a:extLst>
            </p:cNvPr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848FB4-A593-E14D-A2E7-A99D6114FED4}"/>
                </a:ext>
              </a:extLst>
            </p:cNvPr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accent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7D8F31-B796-F44B-908D-AECEC5D95649}"/>
              </a:ext>
            </a:extLst>
          </p:cNvPr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6966CF4-D219-E945-A9C2-40D166DA92D4}"/>
                </a:ext>
              </a:extLst>
            </p:cNvPr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A7B7B7B-0F8F-B140-B90B-07E9EC94A3C8}"/>
                </a:ext>
              </a:extLst>
            </p:cNvPr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accent2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76F073-60DE-4C43-9949-C4F182DB7270}"/>
              </a:ext>
            </a:extLst>
          </p:cNvPr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AF5F710-F7E2-C740-91AE-8450D38E0E0E}"/>
                </a:ext>
              </a:extLst>
            </p:cNvPr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81CFFF-5D35-EC43-B244-0B16B721254C}"/>
                </a:ext>
              </a:extLst>
            </p:cNvPr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accent4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5429794-63F4-0F46-9AEB-8D86B3CEC0E0}"/>
              </a:ext>
            </a:extLst>
          </p:cNvPr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D0F6768-B879-E348-858A-02AA9FBA3D4A}"/>
                </a:ext>
              </a:extLst>
            </p:cNvPr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06520C-4ABE-BF4B-837E-73508711CEDC}"/>
                </a:ext>
              </a:extLst>
            </p:cNvPr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558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344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2D85"/>
      </a:accent1>
      <a:accent2>
        <a:srgbClr val="FE922F"/>
      </a:accent2>
      <a:accent3>
        <a:srgbClr val="A5A5A5"/>
      </a:accent3>
      <a:accent4>
        <a:srgbClr val="E84C4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微软雅黑</vt:lpstr>
      <vt:lpstr>华文新魏</vt:lpstr>
      <vt:lpstr>Arial</vt:lpstr>
      <vt:lpstr>Calibri</vt:lpstr>
      <vt:lpstr>Calibri Light</vt:lpstr>
      <vt:lpstr>inpin heiti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2023-02-12T09:31:41Z</dcterms:created>
  <dcterms:modified xsi:type="dcterms:W3CDTF">2023-02-12T09:35:47Z</dcterms:modified>
</cp:coreProperties>
</file>