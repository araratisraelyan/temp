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5859"/>
  </p:normalViewPr>
  <p:slideViewPr>
    <p:cSldViewPr snapToGrid="0" snapToObjects="1">
      <p:cViewPr varScale="1">
        <p:scale>
          <a:sx n="108" d="100"/>
          <a:sy n="108" d="100"/>
        </p:scale>
        <p:origin x="64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39DB7-40C9-354B-BDCA-AA583CDE6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F3A591-0355-5D4C-B237-7726259403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C0F82-1509-D046-9658-4001AA12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3201F-C9CD-EB40-948F-E69F05018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AE008-0A47-454D-8CA1-F5AA82C4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A7034D-D150-8041-BB31-9ACF677B71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191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FDFB9-36FB-294F-92D3-33E613A6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BB1D-DC14-1747-ADE5-F3AAC93A2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5ED64A-0873-0140-8963-26AE5A05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571C8-2B2D-8A4C-8E4A-FE1C09DFE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32C93-6655-5F4A-9EC2-1D9BC5A6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842679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56B0C-4A3E-004E-893B-BEF308B92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F1D82-135B-3E41-B611-B7194B699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9211-C1EF-7A4E-AF39-1CA054982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A6CF3-CE4C-AB43-BC6C-EB68AC309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F05AC-5530-E347-ACB1-2504C0A6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35246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AD42-6459-274F-A41D-CB68F0BBF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DDFB2-5254-ED43-AF85-8D33D77F8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A9176-9D0D-3249-AA1A-FA363CC3CA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4D266-02C5-7C44-94CF-0B6728BE6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34BE70-50FC-C341-BCE6-776B5D785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0B6FC-F464-DE48-BC6C-09CBC567C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72483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5DBBC-C610-0C4D-B969-3787541F5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79628-63C5-8849-9A21-40CD5FD8DA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F7E5D-8509-DE49-8420-46DFF2DE0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6F7C57-3E4A-9846-BF9B-FB63845D15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3F7D65-79CA-3E44-BE05-242006B9E1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9F9035-CA4F-6C48-8C44-EE086CAA6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4CFEAF-922F-BD4A-BFA3-9E621A9E2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D8186F-A584-0247-BE69-4CE620EF1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297192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4937D-0A07-4741-B3F9-7542C2928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164A1-64D5-0247-ACF5-73B58F50D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892E4B-48F5-8F44-BB93-AE27BCAB5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D00E81-AF4A-254D-8A25-94130E75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741652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1E23E8-B9B7-D14A-B50E-CEDDF3FF4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ED80D-92B2-D543-A086-892F03593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78923C-9D2A-9042-85A0-C7BE8AC8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666997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B144C-A092-F840-86F2-54B8502D2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9B04A-3167-D140-AD43-34ED05578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09AE76-AE24-BA49-99C3-39448EC76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914B43-3FBE-1542-AA00-AEDC7E154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F2F85E-5115-1543-89D4-93252C6B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3A4888-3EC2-EE45-8001-35AC56808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050535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FCCF6-3228-3247-8D0F-03E2AE562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F7087B-DE79-FC49-8FD1-CE45DF81E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EF38B9-82BF-C844-A4A0-51F2CBAE25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3BD18A-7882-4743-9E98-E7D6ED805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67C4FA-81BA-1C4E-9AA7-8BCE4831C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3399F-4F5B-E144-A80F-BD87C3C5F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62510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4BE2B-D63D-7240-AECC-1EBF90F54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6157F-CCE1-DA4C-98E7-BFB1CC87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4306A-D8FA-C242-8CF2-E8A95BA4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82B0C-8F33-7C47-9B80-E63B924FE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2C61A-A370-2F4F-9060-50B4790D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54202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070AAF-1B8E-2B46-BA16-C673EA4E67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24D573-704D-8F4D-9218-B26020C10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28ED5-D0B1-544D-9B21-54450A0A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C76E1-ACD2-DC46-A601-1E6FC689B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83B25-8974-DC47-9C37-342AA347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034615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51444B-9566-B548-AB6C-F24F9FF8C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B4BC9-27FF-3441-9284-E2948ACAD9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29D67-9E45-894E-B960-C4462A1C9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EA8053-70C5-1D4A-B7E3-0DC90CD9C144}" type="datetimeFigureOut">
              <a:rPr lang="en-UA" smtClean="0"/>
              <a:t>31.01.2022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AB67F-C3D5-5247-BB43-A5F2E895B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34F165-171C-2C40-8975-3FA3743869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EAE22-D304-F141-85B2-9171C278D9C4}" type="slidenum">
              <a:rPr lang="en-UA" smtClean="0"/>
              <a:t>‹#›</a:t>
            </a:fld>
            <a:endParaRPr lang="en-U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77DE8C-E361-E343-854E-6EC85CA8CA61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81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3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6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4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0E612-A896-4849-BEB5-002A0BF7E3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32114" y="1383620"/>
            <a:ext cx="5814951" cy="2387600"/>
          </a:xfrm>
        </p:spPr>
        <p:txBody>
          <a:bodyPr/>
          <a:lstStyle/>
          <a:p>
            <a:pPr algn="l"/>
            <a:r>
              <a:rPr lang="en-UA" dirty="0"/>
              <a:t>NAME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A49FE3-E2F4-6549-87F3-751F3CBDF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2114" y="3863295"/>
            <a:ext cx="5814951" cy="1655762"/>
          </a:xfrm>
        </p:spPr>
        <p:txBody>
          <a:bodyPr/>
          <a:lstStyle/>
          <a:p>
            <a:pPr algn="l"/>
            <a:r>
              <a:rPr lang="en-UA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1502781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90D78-F798-2C41-9799-8368A62B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3654"/>
          </a:xfrm>
        </p:spPr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88BA3AC2-3334-7B4D-BA74-1411B3D618AF}"/>
              </a:ext>
            </a:extLst>
          </p:cNvPr>
          <p:cNvGrpSpPr>
            <a:grpSpLocks/>
          </p:cNvGrpSpPr>
          <p:nvPr/>
        </p:nvGrpSpPr>
        <p:grpSpPr bwMode="auto">
          <a:xfrm>
            <a:off x="3541776" y="4371215"/>
            <a:ext cx="5105400" cy="555625"/>
            <a:chOff x="1248" y="1440"/>
            <a:chExt cx="3216" cy="350"/>
          </a:xfrm>
        </p:grpSpPr>
        <p:sp>
          <p:nvSpPr>
            <p:cNvPr id="5" name="Line 3">
              <a:extLst>
                <a:ext uri="{FF2B5EF4-FFF2-40B4-BE49-F238E27FC236}">
                  <a16:creationId xmlns:a16="http://schemas.microsoft.com/office/drawing/2014/main" id="{A387B0D4-B5E9-1640-916A-DE65C4C0252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440" y="17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077D8D85-2C04-8843-89A9-3A5958C4B227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3419336">
              <a:off x="1261" y="14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7C80"/>
                </a:gs>
                <a:gs pos="100000">
                  <a:srgbClr val="FF7C8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7C8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125FDD6B-C8FE-B145-97ED-2E877AD42DD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6" y="148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</a:rPr>
                <a:t>Click to add Title</a:t>
              </a:r>
            </a:p>
          </p:txBody>
        </p:sp>
        <p:sp>
          <p:nvSpPr>
            <p:cNvPr id="8" name="Text Box 6">
              <a:extLst>
                <a:ext uri="{FF2B5EF4-FFF2-40B4-BE49-F238E27FC236}">
                  <a16:creationId xmlns:a16="http://schemas.microsoft.com/office/drawing/2014/main" id="{6D08CA75-7B96-3547-9D72-C3E2D380FAA2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6" y="145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4</a:t>
              </a:r>
            </a:p>
          </p:txBody>
        </p:sp>
      </p:grpSp>
      <p:grpSp>
        <p:nvGrpSpPr>
          <p:cNvPr id="9" name="Group 7">
            <a:extLst>
              <a:ext uri="{FF2B5EF4-FFF2-40B4-BE49-F238E27FC236}">
                <a16:creationId xmlns:a16="http://schemas.microsoft.com/office/drawing/2014/main" id="{D3903A73-C8B8-3146-A75D-CC7F1CF4C7F3}"/>
              </a:ext>
            </a:extLst>
          </p:cNvPr>
          <p:cNvGrpSpPr>
            <a:grpSpLocks/>
          </p:cNvGrpSpPr>
          <p:nvPr/>
        </p:nvGrpSpPr>
        <p:grpSpPr bwMode="auto">
          <a:xfrm>
            <a:off x="3541776" y="1856615"/>
            <a:ext cx="5105400" cy="555625"/>
            <a:chOff x="1248" y="2030"/>
            <a:chExt cx="3216" cy="350"/>
          </a:xfrm>
        </p:grpSpPr>
        <p:sp>
          <p:nvSpPr>
            <p:cNvPr id="10" name="Line 8">
              <a:extLst>
                <a:ext uri="{FF2B5EF4-FFF2-40B4-BE49-F238E27FC236}">
                  <a16:creationId xmlns:a16="http://schemas.microsoft.com/office/drawing/2014/main" id="{FCF5130C-3053-204A-91B3-22A30363C4C2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440" y="23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Rectangle 9">
              <a:extLst>
                <a:ext uri="{FF2B5EF4-FFF2-40B4-BE49-F238E27FC236}">
                  <a16:creationId xmlns:a16="http://schemas.microsoft.com/office/drawing/2014/main" id="{5C347E00-23FB-5C4D-9D97-E9F05B7A15C1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3419336">
              <a:off x="1261" y="20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CC00"/>
                </a:gs>
                <a:gs pos="100000">
                  <a:srgbClr val="99CC00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CC00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2" name="Text Box 10">
              <a:extLst>
                <a:ext uri="{FF2B5EF4-FFF2-40B4-BE49-F238E27FC236}">
                  <a16:creationId xmlns:a16="http://schemas.microsoft.com/office/drawing/2014/main" id="{53691A23-D44C-1444-A0B6-5B4D1CAE45E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6" y="207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</a:rPr>
                <a:t>Click to add Title</a:t>
              </a:r>
            </a:p>
          </p:txBody>
        </p:sp>
        <p:sp>
          <p:nvSpPr>
            <p:cNvPr id="13" name="Text Box 11">
              <a:extLst>
                <a:ext uri="{FF2B5EF4-FFF2-40B4-BE49-F238E27FC236}">
                  <a16:creationId xmlns:a16="http://schemas.microsoft.com/office/drawing/2014/main" id="{5A9D6CF2-6544-124B-AB5F-809BD612F2F5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6" y="20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1</a:t>
              </a:r>
            </a:p>
          </p:txBody>
        </p:sp>
      </p:grpSp>
      <p:grpSp>
        <p:nvGrpSpPr>
          <p:cNvPr id="14" name="Group 12">
            <a:extLst>
              <a:ext uri="{FF2B5EF4-FFF2-40B4-BE49-F238E27FC236}">
                <a16:creationId xmlns:a16="http://schemas.microsoft.com/office/drawing/2014/main" id="{8AE389C9-D051-C949-A533-55607591B679}"/>
              </a:ext>
            </a:extLst>
          </p:cNvPr>
          <p:cNvGrpSpPr>
            <a:grpSpLocks/>
          </p:cNvGrpSpPr>
          <p:nvPr/>
        </p:nvGrpSpPr>
        <p:grpSpPr bwMode="auto">
          <a:xfrm>
            <a:off x="3541776" y="2694815"/>
            <a:ext cx="5105400" cy="555625"/>
            <a:chOff x="1248" y="2640"/>
            <a:chExt cx="3216" cy="350"/>
          </a:xfrm>
        </p:grpSpPr>
        <p:sp>
          <p:nvSpPr>
            <p:cNvPr id="15" name="Line 13">
              <a:extLst>
                <a:ext uri="{FF2B5EF4-FFF2-40B4-BE49-F238E27FC236}">
                  <a16:creationId xmlns:a16="http://schemas.microsoft.com/office/drawing/2014/main" id="{16CB5049-89DF-224A-92D7-B3EE579FE7BD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440" y="299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10152C0C-F6E7-1C41-9019-D90DBB5B5EFA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3419336">
              <a:off x="1261" y="262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006699"/>
                </a:gs>
                <a:gs pos="100000">
                  <a:srgbClr val="0066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0066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17" name="Text Box 15">
              <a:extLst>
                <a:ext uri="{FF2B5EF4-FFF2-40B4-BE49-F238E27FC236}">
                  <a16:creationId xmlns:a16="http://schemas.microsoft.com/office/drawing/2014/main" id="{E6A30C8C-58C6-7B43-B696-29D01F4D5428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6" y="268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</a:rPr>
                <a:t>Click to add Title</a:t>
              </a:r>
            </a:p>
          </p:txBody>
        </p:sp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535230EF-ECEF-044A-9F86-5715220AE51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6" y="265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2</a:t>
              </a:r>
            </a:p>
          </p:txBody>
        </p:sp>
      </p:grpSp>
      <p:grpSp>
        <p:nvGrpSpPr>
          <p:cNvPr id="19" name="Group 17">
            <a:extLst>
              <a:ext uri="{FF2B5EF4-FFF2-40B4-BE49-F238E27FC236}">
                <a16:creationId xmlns:a16="http://schemas.microsoft.com/office/drawing/2014/main" id="{3D2F2824-ADBF-0C44-86B5-FF4D3AA417AD}"/>
              </a:ext>
            </a:extLst>
          </p:cNvPr>
          <p:cNvGrpSpPr>
            <a:grpSpLocks/>
          </p:cNvGrpSpPr>
          <p:nvPr/>
        </p:nvGrpSpPr>
        <p:grpSpPr bwMode="auto">
          <a:xfrm>
            <a:off x="3541776" y="3533015"/>
            <a:ext cx="5105400" cy="555625"/>
            <a:chOff x="1248" y="3230"/>
            <a:chExt cx="3216" cy="350"/>
          </a:xfrm>
        </p:grpSpPr>
        <p:sp>
          <p:nvSpPr>
            <p:cNvPr id="20" name="Line 18">
              <a:extLst>
                <a:ext uri="{FF2B5EF4-FFF2-40B4-BE49-F238E27FC236}">
                  <a16:creationId xmlns:a16="http://schemas.microsoft.com/office/drawing/2014/main" id="{3C4F2684-343C-6746-BC10-92088ACC335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441" y="3579"/>
              <a:ext cx="3023" cy="1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82CD7D50-0339-EA43-AAB8-6A41310640C3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FF9933"/>
                </a:gs>
                <a:gs pos="100000">
                  <a:srgbClr val="FF9933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FF9933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22" name="Text Box 20">
              <a:extLst>
                <a:ext uri="{FF2B5EF4-FFF2-40B4-BE49-F238E27FC236}">
                  <a16:creationId xmlns:a16="http://schemas.microsoft.com/office/drawing/2014/main" id="{E016ED7F-F447-CB46-B79C-5688F5FA4FD1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</a:rPr>
                <a:t>Click to add Title</a:t>
              </a:r>
            </a:p>
          </p:txBody>
        </p:sp>
        <p:sp>
          <p:nvSpPr>
            <p:cNvPr id="23" name="Text Box 21">
              <a:extLst>
                <a:ext uri="{FF2B5EF4-FFF2-40B4-BE49-F238E27FC236}">
                  <a16:creationId xmlns:a16="http://schemas.microsoft.com/office/drawing/2014/main" id="{EBF2A7D4-BC01-5744-853A-53A3DF2DD916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3</a:t>
              </a:r>
            </a:p>
          </p:txBody>
        </p:sp>
      </p:grpSp>
      <p:grpSp>
        <p:nvGrpSpPr>
          <p:cNvPr id="24" name="Group 22">
            <a:extLst>
              <a:ext uri="{FF2B5EF4-FFF2-40B4-BE49-F238E27FC236}">
                <a16:creationId xmlns:a16="http://schemas.microsoft.com/office/drawing/2014/main" id="{3DDEE359-EEDC-1645-A48F-6941F75D0F33}"/>
              </a:ext>
            </a:extLst>
          </p:cNvPr>
          <p:cNvGrpSpPr>
            <a:grpSpLocks/>
          </p:cNvGrpSpPr>
          <p:nvPr/>
        </p:nvGrpSpPr>
        <p:grpSpPr bwMode="auto">
          <a:xfrm>
            <a:off x="3541776" y="5231640"/>
            <a:ext cx="5105400" cy="555625"/>
            <a:chOff x="1248" y="3230"/>
            <a:chExt cx="3216" cy="350"/>
          </a:xfrm>
        </p:grpSpPr>
        <p:sp>
          <p:nvSpPr>
            <p:cNvPr id="25" name="Line 23">
              <a:extLst>
                <a:ext uri="{FF2B5EF4-FFF2-40B4-BE49-F238E27FC236}">
                  <a16:creationId xmlns:a16="http://schemas.microsoft.com/office/drawing/2014/main" id="{289B0D3A-DFEE-5B40-AD85-D96693339B09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440" y="3580"/>
              <a:ext cx="3024" cy="0"/>
            </a:xfrm>
            <a:prstGeom prst="line">
              <a:avLst/>
            </a:prstGeom>
            <a:noFill/>
            <a:ln w="25400">
              <a:solidFill>
                <a:srgbClr val="969696"/>
              </a:solidFill>
              <a:prstDash val="sysDot"/>
              <a:round/>
              <a:headEnd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45401215-99C5-4F4A-A691-B488C61EAF56}"/>
                </a:ext>
              </a:extLst>
            </p:cNvPr>
            <p:cNvSpPr>
              <a:spLocks noChangeArrowheads="1"/>
            </p:cNvSpPr>
            <p:nvPr/>
          </p:nvSpPr>
          <p:spPr bwMode="gray">
            <a:xfrm rot="3419336">
              <a:off x="1261" y="3217"/>
              <a:ext cx="302" cy="328"/>
            </a:xfrm>
            <a:prstGeom prst="rect">
              <a:avLst/>
            </a:prstGeom>
            <a:gradFill rotWithShape="1">
              <a:gsLst>
                <a:gs pos="0">
                  <a:srgbClr val="990099"/>
                </a:gs>
                <a:gs pos="100000">
                  <a:srgbClr val="990099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9525">
              <a:miter lim="800000"/>
              <a:headEnd/>
              <a:tailEnd/>
            </a:ln>
            <a:effectLst/>
            <a:scene3d>
              <a:camera prst="legacyPerspectiveFront">
                <a:rot lat="0" lon="1500000" rev="0"/>
              </a:camera>
              <a:lightRig rig="legacyFlat4" dir="b"/>
            </a:scene3d>
            <a:sp3d extrusionH="430200" prstMaterial="legacyMatte">
              <a:bevelT w="13500" h="13500" prst="angle"/>
              <a:bevelB w="13500" h="13500" prst="angle"/>
              <a:extrusionClr>
                <a:srgbClr val="990099"/>
              </a:extrusionClr>
            </a:sp3d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flatTx/>
            </a:bodyPr>
            <a:lstStyle/>
            <a:p>
              <a:endParaRPr lang="en-US"/>
            </a:p>
          </p:txBody>
        </p:sp>
        <p:sp>
          <p:nvSpPr>
            <p:cNvPr id="27" name="Text Box 25">
              <a:extLst>
                <a:ext uri="{FF2B5EF4-FFF2-40B4-BE49-F238E27FC236}">
                  <a16:creationId xmlns:a16="http://schemas.microsoft.com/office/drawing/2014/main" id="{4EFDA423-235B-E04E-83F0-D3779364967C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2256" y="3272"/>
              <a:ext cx="153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/>
              <a:r>
                <a:rPr lang="en-US" sz="2400">
                  <a:solidFill>
                    <a:srgbClr val="000000"/>
                  </a:solidFill>
                </a:rPr>
                <a:t>Click to add Title</a:t>
              </a:r>
            </a:p>
          </p:txBody>
        </p:sp>
        <p:sp>
          <p:nvSpPr>
            <p:cNvPr id="28" name="Text Box 26">
              <a:extLst>
                <a:ext uri="{FF2B5EF4-FFF2-40B4-BE49-F238E27FC236}">
                  <a16:creationId xmlns:a16="http://schemas.microsoft.com/office/drawing/2014/main" id="{56EE5F67-F489-964C-8C0F-90269D7967B3}"/>
                </a:ext>
              </a:extLst>
            </p:cNvPr>
            <p:cNvSpPr txBox="1">
              <a:spLocks noChangeArrowheads="1"/>
            </p:cNvSpPr>
            <p:nvPr/>
          </p:nvSpPr>
          <p:spPr bwMode="gray">
            <a:xfrm>
              <a:off x="1296" y="324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sz="2400" b="1">
                  <a:solidFill>
                    <a:srgbClr val="FFFFFF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8501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видео-уроки,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34836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</Words>
  <Application>Microsoft Macintosh PowerPoint</Application>
  <PresentationFormat>Widescreen</PresentationFormat>
  <Paragraphs>36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Theme</vt:lpstr>
      <vt:lpstr>NAME OF PRESENTATION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2022-01-31T14:30:21Z</dcterms:created>
  <dcterms:modified xsi:type="dcterms:W3CDTF">2022-01-31T14:31:50Z</dcterms:modified>
</cp:coreProperties>
</file>